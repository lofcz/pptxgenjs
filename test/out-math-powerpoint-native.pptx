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16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A62F-D813-D39C-AA90-2563073A6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0EDEF8-A371-D940-4051-2E80650B0E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CD221-EA87-EF0A-A156-BDBD8D93C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21AFD-5B07-40D8-8E24-18BF34431008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DB191-130B-B3EC-F2EC-DE612B21E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2A19C-2429-9DC0-1EFD-1D2DC0221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3F27-A177-45E3-8333-D87841F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992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394C-BB11-DA25-873B-127DE0374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64961-3400-CA4D-6BCB-188861736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F4EF1-1BBA-3C6E-2DDD-5DBEC63FB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21AFD-5B07-40D8-8E24-18BF34431008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878F8-D17C-AB73-728E-631CC334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00D74-2DFC-2BD4-E654-B9507ACDF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3F27-A177-45E3-8333-D87841F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136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F3775-ACE1-3721-AC1D-559FA477F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26394-5500-A637-0309-8F012042A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FD9EF-546E-64C4-C621-89E4E6A0C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21AFD-5B07-40D8-8E24-18BF34431008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FD4C3-902F-5EE5-7978-2A0767F3C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39106-AD89-6753-36F5-351419A59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3F27-A177-45E3-8333-D87841F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906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6850F-6BBD-4351-A3C6-EA66216F4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70F90-DB80-F3EA-1D7F-27D45A8DD3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D35CA1-ED3C-78D7-BCF7-F80E4A1EE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9824D-8A6B-0D60-1CA9-296429B63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21AFD-5B07-40D8-8E24-18BF34431008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41CC4-445B-B49E-261D-77D391B72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F8E67-2D86-DD2E-1DEC-F0A6871B7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3F27-A177-45E3-8333-D87841F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191FE-B6DA-DD63-3ACB-F35C2695F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25670-EC65-47E5-AB53-4755DC711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430A21-D516-C673-6408-B6318D8F3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D28480-EC19-D6B6-D388-B7DA8615A6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7A8668-A5E7-26E9-A1E3-D790BEA97A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64C0B6-EC4D-01B5-F166-4E941C73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21AFD-5B07-40D8-8E24-18BF34431008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ACADE4-BA28-9F85-1CAE-BC802703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97F6B9-074D-07FB-55F2-D8C915CC6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3F27-A177-45E3-8333-D87841F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65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00B29-C7B2-6835-7BE0-4CB29E7DF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8C818E-8DB1-610C-8E1F-11C9B568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21AFD-5B07-40D8-8E24-18BF34431008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CD4694-1B39-D248-29DF-4F55787B4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CC62C7-EE0F-99C3-1530-63FBA935B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3F27-A177-45E3-8333-D87841F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2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87B34-D874-C9FA-8D03-A79C8DD36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21AFD-5B07-40D8-8E24-18BF34431008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8ADA06-BB41-6E4C-D173-AA6D07D73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75CE7-0EC8-32AF-50BC-CD2762E2B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3F27-A177-45E3-8333-D87841F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90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91CA-77F9-4025-EC9F-CA125FF5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65AD7-2300-7CB9-4827-812B44111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6DA9F-0CC5-EAE5-1882-685C7E50A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70F62-53C8-9FC1-E43F-C23A81254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21AFD-5B07-40D8-8E24-18BF34431008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B7648-6729-A980-B0C2-40E1A2730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1CB20-AF3D-5F85-B565-E19AB72C4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3F27-A177-45E3-8333-D87841F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18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29ADF-A2B1-40CC-3C66-439AED517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76E412-CADA-0B8B-1C6C-B2C9C227A5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DD244B-EA2C-74B1-DB9C-716011057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8CB9C-2B55-DEA4-0B2C-888BCF6E6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21AFD-5B07-40D8-8E24-18BF34431008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96E0D-7FDD-9471-7D6E-9F2DBAC1D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7BA9B-238D-99B5-8D52-F6E3BABAE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3F27-A177-45E3-8333-D87841F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56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37D2F-EC66-5AA9-C874-C544454D4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D450F-6F7E-7964-7C8E-7EB7793A7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0EB03-5135-642E-0612-7C56F952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21AFD-5B07-40D8-8E24-18BF34431008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49FE5-51DF-9323-1384-304755DC7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AAC90-0693-54E1-5907-8678921FD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3F27-A177-45E3-8333-D87841F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60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B6C35C-FFFD-8F80-F964-1183923700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5796D-103A-09B2-78D8-ECF5924F7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286FE-EB62-5422-69C7-C35892994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21AFD-5B07-40D8-8E24-18BF34431008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22024-88E1-450F-2B01-6406082B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127B4-C111-1365-750C-BE4F00B4C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3F27-A177-45E3-8333-D87841F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4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DA05AC-6ED6-F684-A88F-C059C379A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32E62-B4BF-3D23-D1EA-BA84506AF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3F9DC-B6B8-1400-540D-6E08105013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21AFD-5B07-40D8-8E24-18BF34431008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54905-39A2-B5B2-D10A-EDA305593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91BC0-66E5-D917-27B7-1169176C3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453F27-A177-45E3-8333-D87841F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61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87672A-6903-FDEF-8198-485F0027B3BE}"/>
                  </a:ext>
                </a:extLst>
              </p:cNvPr>
              <p:cNvSpPr txBox="1"/>
              <p:nvPr/>
            </p:nvSpPr>
            <p:spPr>
              <a:xfrm>
                <a:off x="508000" y="508000"/>
                <a:ext cx="8255000" cy="616515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Speed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=\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num>
                        <m:den/>
                      </m:f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87672A-6903-FDEF-8198-485F0027B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508000"/>
                <a:ext cx="8255000" cy="6165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9071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Matěj Štágl</dc:creator>
  <cp:lastModifiedBy>Matěj Štágl</cp:lastModifiedBy>
  <cp:revision>1</cp:revision>
  <dcterms:created xsi:type="dcterms:W3CDTF">2026-08-06T02:23:09Z</dcterms:created>
  <dcterms:modified xsi:type="dcterms:W3CDTF">2026-08-06T02:23:09Z</dcterms:modified>
</cp:coreProperties>
</file>