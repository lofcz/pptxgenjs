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8777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Konstantní rychlost:  a také 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On-screen Show (16:9)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Matěj Štágl</cp:lastModifiedBy>
  <cp:revision>1</cp:revision>
  <dcterms:created xsi:type="dcterms:W3CDTF">2026-08-05T23:44:30Z</dcterms:created>
  <dcterms:modified xsi:type="dcterms:W3CDTF">2026-08-06T02:22:21Z</dcterms:modified>
</cp:coreProperties>
</file>