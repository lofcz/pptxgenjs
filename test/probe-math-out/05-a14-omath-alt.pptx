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14="http://schemas.microsoft.com/office/drawing/2010/main"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 xmlns:a14="http://schemas.microsoft.com/office/drawing/2010/main">
                  <m:oMath xmlns:m="http://schemas.openxmlformats.org/officeDocument/2006/math" xmlns:w="http://schemas.openxmlformats.org/wordprocessingml/2006/main">
                    <m:r>
                      <m:t xml:space="preserve">v=</m:t>
                    </m:r>
                    <m:f>
                      <m:fPr>
                        <m:type m:val="bar"/>
                      </m:fPr>
                      <m:num>
                        <m:r>
                          <m:t xml:space="preserve">s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</m:oMath>
                </a14:m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Choice>
        <mc:Fallback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2026-08-06T02:25:46Z</dcterms:created>
  <dcterms:modified xsi:type="dcterms:W3CDTF">2026-08-06T02:25:46Z</dcterms:modified>
</cp:coreProperties>
</file>