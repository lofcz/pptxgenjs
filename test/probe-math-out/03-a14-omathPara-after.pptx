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71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/>
              <p:cNvSpPr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— trailing.</a:t>
                </a:r>
              </a:p>
            </p:txBody>
          </p:sp>
        </mc:Choice>
        <mc:Fallback>
          <p:sp>
            <p:nvSpPr>
              <p:cNvPr id="2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blipFill>
                <a:blip r:embed="rId3"/>
                <a:stretch>
                  <a:fillRect l="-74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2026-08-06T02:25:46Z</dcterms:created>
  <dcterms:modified xsi:type="dcterms:W3CDTF">2026-08-06T02:25:53Z</dcterms:modified>
</cp:coreProperties>
</file>