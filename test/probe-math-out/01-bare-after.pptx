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7163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Konstantní rychlost: </a:t>
            </a:r>
            <a:r>
              <a:rPr lang="en-US" sz="2000" dirty="0"/>
              <a:t> — trailing.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On-screen Show (16:9)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Matěj Štágl</cp:lastModifiedBy>
  <cp:revision>1</cp:revision>
  <dcterms:created xsi:type="dcterms:W3CDTF">2026-08-06T02:25:46Z</dcterms:created>
  <dcterms:modified xsi:type="dcterms:W3CDTF">2026-08-06T02:25:50Z</dcterms:modified>
</cp:coreProperties>
</file>