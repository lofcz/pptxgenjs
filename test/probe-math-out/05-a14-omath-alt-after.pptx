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58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0"/>
              <p:cNvSpPr txBox="1"/>
              <p:nvPr/>
            </p:nvSpPr>
            <p:spPr>
              <a:xfrm>
                <a:off x="365760" y="731520"/>
                <a:ext cx="8229600" cy="1371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Konstantní rychlost: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2000" dirty="0"/>
                  <a:t> — trailing.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" name="Text 0"/>
              <p:cNvSpPr txBox="1"/>
              <p:nvPr/>
            </p:nvSpPr>
            <p:spPr>
              <a:xfrm>
                <a:off x="365760" y="731520"/>
                <a:ext cx="8229600" cy="1371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indent="0" marL="0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Konstantní rychlost: </a:t>
                </a:r>
                <a:r>
                  <a:rPr lang="en-US" sz="2000" dirty="0"/>
                  <a:t> — trailing.</a:t>
                </a:r>
                <a:endParaRPr lang="en-US" sz="2000" dirty="0"/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Matěj Štágl</cp:lastModifiedBy>
  <cp:revision>1</cp:revision>
  <dcterms:created xsi:type="dcterms:W3CDTF">2026-08-06T02:25:46Z</dcterms:created>
  <dcterms:modified xsi:type="dcterms:W3CDTF">2026-08-06T02:25:55Z</dcterms:modified>
</cp:coreProperties>
</file>