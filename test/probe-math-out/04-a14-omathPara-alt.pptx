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14="http://schemas.microsoft.com/office/drawing/2010/main"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 xmlns:a14="http://schemas.microsoft.com/office/drawing/2010/main"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 xmlns:w="http://schemas.openxmlformats.org/wordprocessingml/2006/main">
                      <m:r>
                        <m:t xml:space="preserve">v=</m:t>
                      </m:r>
                      <m:f>
                        <m:fPr>
                          <m:type m:val="bar"/>
                        </m:fPr>
                        <m:num>
                          <m:r>
                            <m:t xml:space="preserve">s</m:t>
                          </m:r>
                        </m:num>
                        <m:den>
                          <m:r>
                            <m:t xml:space="preserve">t</m:t>
                          </m:r>
                        </m:den>
                      </m:f>
                    </m:oMath>
                  </m:oMathPara>
                </a14:m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Choice>
        <mc:Fallback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2026-08-06T02:25:46Z</dcterms:created>
  <dcterms:modified xsi:type="dcterms:W3CDTF">2026-08-06T02:25:46Z</dcterms:modified>
</cp:coreProperties>
</file>