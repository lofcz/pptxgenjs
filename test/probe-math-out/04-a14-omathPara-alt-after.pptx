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3"/>
  </p:notesMasterIdLst>
  <p:sldIdLst>
    <p:sldId id="256" r:id="rId2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notesMaster" Target="notesMasters/notesMaster1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41882215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2" name="Text 0"/>
              <p:cNvSpPr txBox="1"/>
              <p:nvPr/>
            </p:nvSpPr>
            <p:spPr>
              <a:xfrm>
                <a:off x="365760" y="731520"/>
                <a:ext cx="8229600" cy="1371600"/>
              </a:xfrm>
              <a:prstGeom prst="rect">
                <a:avLst/>
              </a:prstGeom>
              <a:noFill/>
              <a:ln/>
            </p:spPr>
            <p:txBody>
              <a:bodyPr wrap="square" rtlCol="0" anchor="ctr"/>
              <a:lstStyle/>
              <a:p>
                <a:pPr marL="0" indent="0">
                  <a:buNone/>
                </a:pPr>
                <a:r>
                  <a:rPr lang="en-US" sz="2000" dirty="0">
                    <a:solidFill>
                      <a:srgbClr val="000000"/>
                    </a:solidFill>
                  </a:rPr>
                  <a:t>Konstantní rychlost: </a:t>
                </a:r>
                <a14:m>
                  <m:oMath xmlns:m="http://schemas.openxmlformats.org/officeDocument/2006/math">
                    <m:r>
                      <a:rPr>
                        <a:latin typeface="Cambria Math" panose="02040503050406030204" pitchFamily="18" charset="0"/>
                      </a:rPr>
                      <m:t>𝑣</m:t>
                    </m:r>
                    <m:r>
                      <a:rPr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>
                            <a:latin typeface="Cambria Math" panose="02040503050406030204" pitchFamily="18" charset="0"/>
                          </a:rPr>
                          <m:t>𝑠</m:t>
                        </m:r>
                      </m:num>
                      <m:den>
                        <m:r>
                          <a:rPr>
                            <a:latin typeface="Cambria Math" panose="02040503050406030204" pitchFamily="18" charset="0"/>
                          </a:rPr>
                          <m:t>𝑡</m:t>
                        </m:r>
                      </m:den>
                    </m:f>
                  </m:oMath>
                </a14:m>
                <a:r>
                  <a:rPr lang="en-US" sz="2000" dirty="0"/>
                  <a:t> — trailing.</a:t>
                </a:r>
              </a:p>
            </p:txBody>
          </p:sp>
        </mc:Choice>
        <mc:Fallback xmlns:m="http://schemas.openxmlformats.org/officeDocument/2006/math" xmlns="">
          <p:sp>
            <p:nvSpPr>
              <p:cNvPr id="2" name="Text 0"/>
              <p:cNvSpPr txBox="1"/>
              <p:nvPr/>
            </p:nvSpPr>
            <p:spPr>
              <a:xfrm>
                <a:off x="365760" y="731520"/>
                <a:ext cx="8229600" cy="1371600"/>
              </a:xfrm>
              <a:prstGeom prst="rect">
                <a:avLst/>
              </a:prstGeom>
              <a:noFill/>
              <a:ln/>
            </p:spPr>
            <p:txBody>
              <a:bodyPr wrap="square" rtlCol="0" anchor="ctr"/>
              <a:lstStyle/>
              <a:p>
                <a:pPr indent="0" marL="0">
                  <a:buNone/>
                </a:pPr>
                <a:r>
                  <a:rPr lang="en-US" sz="2000" dirty="0">
                    <a:solidFill>
                      <a:srgbClr val="000000"/>
                    </a:solidFill>
                  </a:rPr>
                  <a:t>Konstantní rychlost: </a:t>
                </a:r>
                <a:r>
                  <a:rPr lang="en-US" sz="2000" dirty="0"/>
                  <a:t> — trailing.</a:t>
                </a:r>
                <a:endParaRPr lang="en-US" sz="2000" dirty="0"/>
              </a:p>
            </p:txBody>
          </p:sp>
        </mc:Fallback>
      </mc:AlternateContent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10</Words>
  <Application>Microsoft Office PowerPoint</Application>
  <PresentationFormat>On-screen Show (16:9)</PresentationFormat>
  <Paragraphs>2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Cambria Math</vt:lpstr>
      <vt:lpstr>Office Theme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Matěj Štágl</cp:lastModifiedBy>
  <cp:revision>1</cp:revision>
  <dcterms:created xsi:type="dcterms:W3CDTF">2026-08-06T02:25:46Z</dcterms:created>
  <dcterms:modified xsi:type="dcterms:W3CDTF">2026-08-06T02:25:54Z</dcterms:modified>
</cp:coreProperties>
</file>