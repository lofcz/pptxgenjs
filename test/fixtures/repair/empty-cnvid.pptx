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e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heme/theme2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C050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Q1</c:v>
                </c:pt>
                <c:pt idx="1">
                  <c:v>Q2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  <a:ea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  <a:ea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repair fixture notes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xmlns:mc="http://schemas.openxmlformats.org/markup-compatibility/2006" mc:Ignorable="a14">
  <p:cSld name="Slide 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57200" y="274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Repair fixture</a:t>
            </a:r>
            <a:endParaRPr lang="en-US" sz="2000" dirty="0"/>
          </a:p>
        </p:txBody>
      </p:sp>
      <p:sp>
        <p:nvSpPr>
          <p:cNvPr id="4" name="Shape 1"/>
          <p:cNvSpPr/>
          <p:nvPr/>
        </p:nvSpPr>
        <p:spPr>
          <a:xfrm>
            <a:off x="457200" y="914400"/>
            <a:ext cx="1828800" cy="914400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8"/>
              </p:ext>
            </p:extLst>
          </p:nvPr>
        </p:nvGraphicFramePr>
        <p:xfrm>
          <a:off x="457200" y="2103120"/>
          <a:ext cx="3657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B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4754880" y="914400"/>
          <a:ext cx="45720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2026-08-21T03:51:38Z</dcterms:created>
  <dcterms:modified xsi:type="dcterms:W3CDTF">2026-08-21T03:51:38Z</dcterms:modified>
</cp:coreProperties>
</file>