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e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C050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Q1</c:v>
                </c:pt>
                <c:pt idx="1">
                  <c:v>Q2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</c:v>
                </c:pt>
                <c:pt idx="1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repair fixture notes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xmlns:mc="http://schemas.openxmlformats.org/markup-compatibility/2006" mc:Ignorable="a14">
  <p:cSld name="Slide 1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57200" y="274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NaN">
              <a:buNone/>
            </a:pPr>
            <a:r>
              <a:rPr lang="en-US" sz="2000" b="1" dirty="0">
                <a:solidFill>
                  <a:srgbClr val="000000"/>
                </a:solidFill>
              </a:rPr>
              <a:t>Repair fixture</a:t>
            </a:r>
            <a:endParaRPr lang="en-US" sz="2000" dirty="0"/>
          </a:p>
        </p:txBody>
      </p:sp>
      <p:sp>
        <p:nvSpPr>
          <p:cNvPr id="4" name="Shape 1"/>
          <p:cNvSpPr/>
          <p:nvPr/>
        </p:nvSpPr>
        <p:spPr>
          <a:xfrm>
            <a:off x="457200" y="914400"/>
            <a:ext cx="1828800" cy="914400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US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3657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B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4754880" y="914400"/>
          <a:ext cx="45720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2026-08-15T04:10:35Z</dcterms:created>
  <dcterms:modified xsi:type="dcterms:W3CDTF">2026-08-15T04:10:35Z</dcterms:modified>
</cp:coreProperties>
</file>