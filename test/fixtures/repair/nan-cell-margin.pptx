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heme/theme2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 fixture notes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xmlns:mc="http://schemas.openxmlformats.org/markup-compatibility/2006" mc:Ignorable="a14">
  <p:cSld name="Slide 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NaN">
              <a:buNone/>
            </a:pPr>
            <a:r>
              <a:rPr lang="en-US" sz="2000" b="1" dirty="0">
                <a:solidFill>
                  <a:srgbClr val="000000"/>
                </a:solidFill>
              </a:rPr>
              <a:t>Repair fixture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457200" y="914400"/>
            <a:ext cx="1828800" cy="91440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3657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4754880" y="91440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2026-08-19T13:01:17Z</dcterms:created>
  <dcterms:modified xsi:type="dcterms:W3CDTF">2026-08-19T13:01:17Z</dcterms:modified>
</cp:coreProperties>
</file>