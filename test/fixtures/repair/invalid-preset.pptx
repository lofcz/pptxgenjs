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 fixture notes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xmlns:mc="http://schemas.openxmlformats.org/markup-compatibility/2006" mc:Ignorable="a14">
  <p:cSld name="Slide 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274320"/>
            <a:ext cx="7315200" cy="457200"/>
          </a:xfrm>
          <a:prstGeom prst="notashape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Repair fixture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457200" y="914400"/>
            <a:ext cx="1828800" cy="9144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754880" y="91440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2026-08-15T04:14:04Z</dcterms:created>
  <dcterms:modified xsi:type="dcterms:W3CDTF">2026-08-15T04:14:04Z</dcterms:modified>
</cp:coreProperties>
</file>