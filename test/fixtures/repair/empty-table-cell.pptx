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 fixture notes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xmlns:mc="http://schemas.openxmlformats.org/markup-compatibility/2006" mc:Ignorable="a14">
  <p:cSld name="Slide 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Repair fixture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457200" y="914400"/>
            <a:ext cx="1828800" cy="91440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3657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</a:tblGrid>
              <a:tr h="0">
                <a:tc>
                  <a:txBody>
                    <a:bodyPr/>
                    <a:lstStyle/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4754880" y="91440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2026-08-15T04:10:35Z</dcterms:created>
  <dcterms:modified xsi:type="dcterms:W3CDTF">2026-08-15T04:10:35Z</dcterms:modified>
</cp:coreProperties>
</file>