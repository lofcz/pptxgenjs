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repair fixture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Repair fixture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1828800" cy="9144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475488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2026-08-19T13:01:17Z</dcterms:created>
  <dcterms:modified xsi:type="dcterms:W3CDTF">2026-08-19T13:01:17Z</dcterms:modified>
</cp:coreProperties>
</file>