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</c:v>
                </c:pt>
                <c:pt idx="1">
                  <c:v>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repair fixture notes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  <a:ln/>
        </p:spPr>
        <p:txBody/>
      </p:sp>
      <p:sp>
        <p:nvSpPr>
          <p:cNvPr id="4" name="Shape 1"/>
          <p:cNvSpPr/>
          <p:nvPr/>
        </p:nvSpPr>
        <p:spPr>
          <a:xfrm>
            <a:off x="457200" y="914400"/>
            <a:ext cx="1828800" cy="9144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03120"/>
          <a:ext cx="3657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Chart 0" descr=""/>
          <p:cNvGraphicFramePr/>
          <p:nvPr/>
        </p:nvGraphicFramePr>
        <p:xfrm>
          <a:off x="4754880" y="914400"/>
          <a:ext cx="45720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2026-08-15T04:03:50Z</dcterms:created>
  <dcterms:modified xsi:type="dcterms:W3CDTF">2026-08-15T04:03:50Z</dcterms:modified>
</cp:coreProperties>
</file>