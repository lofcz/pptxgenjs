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e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heme/theme2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1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rgbClr val="C050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Q1</c:v>
                </c:pt>
                <c:pt idx="1">
                  <c:v>Q2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</c:v>
                </c:pt>
                <c:pt idx="1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repair fixture notes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xmlns:mc="http://schemas.openxmlformats.org/markup-compatibility/2006" mc:Ignorable="a14">
  <p:cSld name="Slide 1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57200" y="274320"/>
            <a:ext cx="7315200" cy="457200"/>
          </a:xfrm>
          <a:prstGeom prst="rect">
            <a:avLst/>
          </a:prstGeom>
          <a:noFill/>
          <a:ln/>
        </p:spPr>
        <p:txBody/>
      </p:sp>
      <p:sp>
        <p:nvSpPr>
          <p:cNvPr id="4" name="Shape 1"/>
          <p:cNvSpPr/>
          <p:nvPr/>
        </p:nvSpPr>
        <p:spPr>
          <a:xfrm>
            <a:off x="457200" y="914400"/>
            <a:ext cx="1828800" cy="914400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n-US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3657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A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B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4754880" y="914400"/>
          <a:ext cx="457200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2026-08-19T13:01:17Z</dcterms:created>
  <dcterms:modified xsi:type="dcterms:W3CDTF">2026-08-19T13:01:17Z</dcterms:modified>
</cp:coreProperties>
</file>