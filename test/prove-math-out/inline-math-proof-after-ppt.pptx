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2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Inline math proof (must render as Office Math in PowerPoint)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/>
              <p:cNvSpPr txBox="1"/>
              <p:nvPr/>
            </p:nvSpPr>
            <p:spPr>
              <a:xfrm>
                <a:off x="365760" y="822960"/>
                <a:ext cx="841248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83544"/>
                    </a:solidFill>
                  </a:rPr>
                  <a:t>Konstantní rychlost: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283544"/>
                    </a:solidFill>
                  </a:rPr>
                  <a:t> — and trailing text after the equation.</a:t>
                </a:r>
                <a:endParaRPr lang="en-US" sz="2000" dirty="0"/>
              </a:p>
            </p:txBody>
          </p:sp>
        </mc:Choice>
        <mc:Fallback>
          <p:sp>
            <p:nvSpPr>
              <p:cNvPr id="3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822960"/>
                <a:ext cx="8412480" cy="914400"/>
              </a:xfrm>
              <a:prstGeom prst="rect">
                <a:avLst/>
              </a:prstGeom>
              <a:blipFill>
                <a:blip r:embed="rId3"/>
                <a:stretch>
                  <a:fillRect l="-72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2"/>
              <p:cNvSpPr txBox="1"/>
              <p:nvPr/>
            </p:nvSpPr>
            <p:spPr>
              <a:xfrm>
                <a:off x="365760" y="1920240"/>
                <a:ext cx="841248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800" dirty="0">
                    <a:solidFill>
                      <a:srgbClr val="283544"/>
                    </a:solidFill>
                  </a:rPr>
                  <a:t>Dráha: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rgbClr val="283544"/>
                    </a:solidFill>
                  </a:rPr>
                  <a:t> mixed in a bullet.</a:t>
                </a:r>
                <a:endParaRPr lang="en-US" sz="1800" dirty="0"/>
              </a:p>
            </p:txBody>
          </p:sp>
        </mc:Choice>
        <mc:Fallback>
          <p:sp>
            <p:nvSpPr>
              <p:cNvPr id="4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920240"/>
                <a:ext cx="8412480" cy="914400"/>
              </a:xfrm>
              <a:prstGeom prst="rect">
                <a:avLst/>
              </a:prstGeom>
              <a:blipFill>
                <a:blip r:embed="rId4"/>
                <a:stretch>
                  <a:fillRect l="-58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 txBox="1"/>
              <p:nvPr/>
            </p:nvSpPr>
            <p:spPr>
              <a:xfrm>
                <a:off x="365760" y="3017520"/>
                <a:ext cx="841248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800" dirty="0">
                    <a:solidFill>
                      <a:srgbClr val="283544"/>
                    </a:solidFill>
                  </a:rPr>
                  <a:t>Also mid-sentence: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sz="1800" dirty="0">
                    <a:solidFill>
                      <a:srgbClr val="283544"/>
                    </a:solidFill>
                  </a:rPr>
                  <a:t> and again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𝑠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𝑣</m:t>
                    </m:r>
                    <m:r>
                      <a:rPr>
                        <a:latin typeface="Cambria Math" panose="02040503050406030204" pitchFamily="18" charset="0"/>
                      </a:rPr>
                      <m:t>⋅</m:t>
                    </m:r>
                    <m:r>
                      <a:rPr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>
                    <a:solidFill>
                      <a:srgbClr val="283544"/>
                    </a:solidFill>
                  </a:rPr>
                  <a:t>.</a:t>
                </a:r>
                <a:endParaRPr lang="en-US" sz="1800" dirty="0"/>
              </a:p>
            </p:txBody>
          </p:sp>
        </mc:Choice>
        <mc:Fallback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017520"/>
                <a:ext cx="8412480" cy="1097280"/>
              </a:xfrm>
              <a:prstGeom prst="rect">
                <a:avLst/>
              </a:prstGeom>
              <a:blipFill>
                <a:blip r:embed="rId5"/>
                <a:stretch>
                  <a:fillRect l="-58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On-screen Show (16:9)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Matěj Štágl</cp:lastModifiedBy>
  <cp:revision>1</cp:revision>
  <dcterms:created xsi:type="dcterms:W3CDTF">2026-08-06T02:29:10Z</dcterms:created>
  <dcterms:modified xsi:type="dcterms:W3CDTF">2026-08-06T02:29:16Z</dcterms:modified>
</cp:coreProperties>
</file>