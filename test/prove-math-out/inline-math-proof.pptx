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Inline math proof (must render as Office Math in PowerPoint)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3544"/>
                </a:solidFill>
              </a:rPr>
              <a:t>Konstantní rychlost: </a:t>
            </a:r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v=</m:t>
                </m:r>
                <m:f>
                  <m:fPr>
                    <m:type m:val="bar"/>
                  </m:fPr>
                  <m:num>
                    <m:r>
                      <m:t xml:space="preserve">s</m:t>
                    </m:r>
                  </m:num>
                  <m:den>
                    <m:r>
                      <m:t xml:space="preserve">t</m:t>
                    </m:r>
                  </m:den>
                </m:f>
              </m:oMath>
            </a14:m>
            <a:r>
              <a:rPr lang="en-US" sz="2000" dirty="0">
                <a:solidFill>
                  <a:srgbClr val="283544"/>
                </a:solidFill>
              </a:rPr>
              <a:t> — and trailing text after the equation.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83544"/>
                </a:solidFill>
              </a:rPr>
              <a:t>Dráha: </a:t>
            </a:r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s=v⋅t</m:t>
                </m:r>
              </m:oMath>
            </a14:m>
            <a:r>
              <a:rPr lang="en-US" sz="1800" dirty="0">
                <a:solidFill>
                  <a:srgbClr val="283544"/>
                </a:solidFill>
              </a:rPr>
              <a:t> mixed in a bullet.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30175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83544"/>
                </a:solidFill>
              </a:rPr>
              <a:t>Also mid-sentence: </a:t>
            </a:r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v=</m:t>
                </m:r>
                <m:f>
                  <m:fPr>
                    <m:type m:val="bar"/>
                  </m:fPr>
                  <m:num>
                    <m:r>
                      <m:t xml:space="preserve">s</m:t>
                    </m:r>
                  </m:num>
                  <m:den>
                    <m:r>
                      <m:t xml:space="preserve">t</m:t>
                    </m:r>
                  </m:den>
                </m:f>
              </m:oMath>
            </a14:m>
            <a:r>
              <a:rPr lang="en-US" sz="1800" dirty="0">
                <a:solidFill>
                  <a:srgbClr val="283544"/>
                </a:solidFill>
              </a:rPr>
              <a:t> and again </a:t>
            </a:r>
            <a14:m xmlns:a14="http://schemas.microsoft.com/office/drawing/2010/main">
              <m:oMath xmlns:m="http://schemas.openxmlformats.org/officeDocument/2006/math" xmlns:w="http://schemas.openxmlformats.org/wordprocessingml/2006/main">
                <m:r>
                  <m:t xml:space="preserve">s=v⋅t</m:t>
                </m:r>
              </m:oMath>
            </a14:m>
            <a:r>
              <a:rPr lang="en-US" sz="1800" dirty="0">
                <a:solidFill>
                  <a:srgbClr val="283544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2026-08-06T02:29:10Z</dcterms:created>
  <dcterms:modified xsi:type="dcterms:W3CDTF">2026-08-06T02:29:10Z</dcterms:modified>
</cp:coreProperties>
</file>