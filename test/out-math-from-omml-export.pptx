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Konstantní rychlost: </a:t>
            </a:r>
            <m:oMath xmlns:m="http://schemas.openxmlformats.org/officeDocument/2006/math" xmlns:w="http://schemas.openxmlformats.org/wordprocessingml/2006/main">
              <m:r>
                <m:t xml:space="preserve">v=</m:t>
              </m:r>
              <m:f>
                <m:fPr>
                  <m:type m:val="bar"/>
                </m:fPr>
                <m:num>
                  <m:r>
                    <m:t xml:space="preserve">s</m:t>
                  </m:r>
                </m:num>
                <m:den>
                  <m:r>
                    <m:t xml:space="preserve">t</m:t>
                  </m:r>
                </m:den>
              </m:f>
            </m:oMath>
            <a:r>
              <a:rPr lang="en-US" dirty="0">
                <a:solidFill>
                  <a:srgbClr val="000000"/>
                </a:solidFill>
              </a:rPr>
              <a:t> a také </a:t>
            </a:r>
            <m:oMath xmlns:m="http://schemas.openxmlformats.org/officeDocument/2006/math" xmlns:w="http://schemas.openxmlformats.org/wordprocessingml/2006/main">
              <m:r>
                <m:t xml:space="preserve">s=v⋅t</m:t>
              </m:r>
            </m:oMath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m:oMath xmlns:m="http://schemas.openxmlformats.org/officeDocument/2006/math" xmlns:w="http://schemas.openxmlformats.org/wordprocessingml/2006/main">
              <m:r>
                <m:t xml:space="preserve">s=</m:t>
              </m:r>
              <m:sSub>
                <m:sSubPr>
                  <m:ctrlPr/>
                </m:sSubPr>
                <m:e>
                  <m:r>
                    <m:t xml:space="preserve">v</m:t>
                  </m:r>
                </m:e>
                <m:sub>
                  <m:r>
                    <m:t xml:space="preserve">0</m:t>
                  </m:r>
                </m:sub>
              </m:sSub>
              <m:r>
                <m:t xml:space="preserve">t+</m:t>
              </m:r>
              <m:f>
                <m:fPr>
                  <m:type m:val="bar"/>
                </m:fPr>
                <m:num>
                  <m:r>
                    <m:t xml:space="preserve">1</m:t>
                  </m:r>
                </m:num>
                <m:den>
                  <m:r>
                    <m:t xml:space="preserve">2</m:t>
                  </m:r>
                </m:den>
              </m:f>
              <m:r>
                <m:t xml:space="preserve">a</m:t>
              </m:r>
              <m:sSup>
                <m:sSupPr>
                  <m:ctrlPr/>
                </m:sSupPr>
                <m:e>
                  <m:r>
                    <m:t xml:space="preserve">t</m:t>
                  </m:r>
                </m:e>
                <m:sup>
                  <m:r>
                    <m:t xml:space="preserve">2</m:t>
                  </m:r>
                </m:sup>
              </m:sSup>
            </m:oMath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2026-08-05T23:44:30Z</dcterms:created>
  <dcterms:modified xsi:type="dcterms:W3CDTF">2026-08-05T23:44:30Z</dcterms:modified>
</cp:coreProperties>
</file>